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59" r:id="rId4"/>
    <p:sldId id="297" r:id="rId5"/>
    <p:sldId id="301" r:id="rId6"/>
    <p:sldId id="302" r:id="rId7"/>
    <p:sldId id="298" r:id="rId8"/>
    <p:sldId id="300" r:id="rId9"/>
    <p:sldId id="299" r:id="rId10"/>
    <p:sldId id="294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E370F6-7DF4-F54D-B9DF-9D5D591BEA5B}">
          <p14:sldIdLst>
            <p14:sldId id="256"/>
            <p14:sldId id="258"/>
            <p14:sldId id="259"/>
            <p14:sldId id="297"/>
            <p14:sldId id="301"/>
            <p14:sldId id="302"/>
            <p14:sldId id="298"/>
            <p14:sldId id="300"/>
            <p14:sldId id="299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/>
    <p:restoredTop sz="94726"/>
  </p:normalViewPr>
  <p:slideViewPr>
    <p:cSldViewPr snapToGrid="0">
      <p:cViewPr varScale="1">
        <p:scale>
          <a:sx n="106" d="100"/>
          <a:sy n="106" d="100"/>
        </p:scale>
        <p:origin x="1520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0BAE4D-1DF5-DBC8-C0E1-341A698F0B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055B0-A7BF-D385-29FD-1C647D2CAD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EEF22-1558-4F4E-E780-476DE05D47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91834-0B04-3E19-155D-1ADB069209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13574-AD33-664A-9A18-59BB3DCAFFDB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0F55C-F448-81FB-ADC7-496DCE5E0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-11112"/>
            <a:ext cx="1905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78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84A5F-B9F5-9B43-BE5B-EBBCD5646595}" type="datetimeFigureOut">
              <a:rPr lang="en-US" smtClean="0"/>
              <a:t>3/16/25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1FFD5-F11F-1A49-B4BA-FB7EDA4EB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9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26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E3410-588A-391F-4C63-6869E50A3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9B73E-F231-7E20-A30A-8D87CC35F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663FF-143E-455C-52D6-88375786F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E8BF7-4412-0381-197D-B95C7DB37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78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3A56-F30B-FC71-A1BA-5E99F273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9AEB0-2ED9-4D66-90A1-E856F021C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65C49-F995-E8E7-B1E7-681319483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D6E22-6BB2-29C5-5B0A-79BB4ED4A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21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E7957-2420-7315-6873-7848A21A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F034F-C12C-413F-4F3F-C1105918D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2C55A-3FFB-99EE-CDF4-AD9988B36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68726-CCCA-81D3-92BE-2FFD2C3D0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307A-28A0-C170-26B6-5E2E78A3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EF71A-F8D6-E5C4-27BB-7428FB062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B086D-F8AF-ED84-9483-1E7EF0079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82BF9-B987-5486-668A-A825A5CA9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96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E7FE1-8E8E-2DF0-A6FA-A9A683D3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21AEF-8364-BF83-0257-5C3E2514E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425C7-B1BD-B65D-6645-53C3F753A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A2252-A3CE-9B34-BCB4-C7A91F214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64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5685E-E3AE-32E0-8252-41FFEC27A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979B5-BCD0-6277-B2FD-C59D78A72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ED12B-B3FC-8349-F192-2E0A8C056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12143-D422-5A15-014C-1487DF9DE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88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5544-6753-F0D9-26E4-7993702C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4E35E-58FB-8752-7273-2191434AC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C72E0-55A2-EC66-1813-FB9D5A511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4B817-0B39-AB12-768C-E069AB380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71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318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7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9C646AA-F36E-4540-911D-FFFC0A0EF24A}" type="datetime1">
              <a:rPr lang="en-US" smtClean="0"/>
              <a:t>3/16/25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59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6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2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4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08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8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149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634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67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A0C0817-A112-4847-8014-A94B7D2A4EA3}" type="datetime1">
              <a:rPr lang="en-US" smtClean="0"/>
              <a:t>3/16/25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A9A0F2-F2C7-E2AE-DD72-C2CA527AAF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58961" y="0"/>
            <a:ext cx="1231557" cy="444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1" name="Picture 10" descr="A yellow sign with black text&#10;&#10;Description automatically generated">
            <a:extLst>
              <a:ext uri="{FF2B5EF4-FFF2-40B4-BE49-F238E27FC236}">
                <a16:creationId xmlns:a16="http://schemas.microsoft.com/office/drawing/2014/main" id="{27AD493B-BD62-381E-8858-C07EE1CDC9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8310" y="0"/>
            <a:ext cx="1743689" cy="43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7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6FA2B21-3FCD-4721-B95C-427943F61125}" type="datetime1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Picture 6" descr="A yellow sign with black text&#10;&#10;Description automatically generated">
            <a:extLst>
              <a:ext uri="{FF2B5EF4-FFF2-40B4-BE49-F238E27FC236}">
                <a16:creationId xmlns:a16="http://schemas.microsoft.com/office/drawing/2014/main" id="{2A5087A0-D020-5E80-4D95-C1A2BD6B309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50750" y="9361"/>
            <a:ext cx="1741250" cy="42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5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A7997F61-D8B6-EBC7-8970-D0DBC50D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/>
        </p:blipFill>
        <p:spPr>
          <a:xfrm>
            <a:off x="0" y="462464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CC1F8-0C31-FBD0-ADA3-C5F8D4F16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04138"/>
            <a:ext cx="10965142" cy="126310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sz="4000" dirty="0">
                <a:solidFill>
                  <a:schemeClr val="tx1"/>
                </a:solidFill>
              </a:rPr>
              <a:t>Group Final Project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DDF65-AE5B-3706-129A-12524D89F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67246"/>
            <a:ext cx="10965142" cy="4848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Full stack Skills Bootcamp</a:t>
            </a:r>
            <a:endParaRPr lang="en-US" dirty="0">
              <a:solidFill>
                <a:srgbClr val="6CD0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088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EC6C-4AE1-B116-58AB-212E6825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Full-Stack Application Development: FINAL </a:t>
            </a:r>
            <a:r>
              <a:rPr lang="en-GB" dirty="0" err="1"/>
              <a:t>PRoJECT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B9B7-69BD-DA3B-DA39-22C51B9D9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Lesson Overview:</a:t>
            </a:r>
          </a:p>
          <a:p>
            <a:r>
              <a:rPr lang="en-GB" dirty="0"/>
              <a:t>In this lesson, we will focus on:</a:t>
            </a:r>
            <a:br>
              <a:rPr lang="en-GB" dirty="0"/>
            </a:b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Core feature development and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GitHub Workflow</a:t>
            </a:r>
          </a:p>
        </p:txBody>
      </p:sp>
    </p:spTree>
    <p:extLst>
      <p:ext uri="{BB962C8B-B14F-4D97-AF65-F5344CB8AC3E}">
        <p14:creationId xmlns:p14="http://schemas.microsoft.com/office/powerpoint/2010/main" val="211296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69EB-42C6-BBE7-4191-2CACF89B9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Objectives for Session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FC59-A100-3F49-F885-8DA5AADA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9983983" cy="4238898"/>
          </a:xfrm>
        </p:spPr>
        <p:txBody>
          <a:bodyPr anchor="ctr">
            <a:normAutofit/>
          </a:bodyPr>
          <a:lstStyle/>
          <a:p>
            <a:r>
              <a:rPr lang="en-GB" b="1" dirty="0"/>
              <a:t>Develop Core Features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Implement user input and data display features (e.g., forms, dashboards).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Begin building APIs for data exchange between the backend and frontend.</a:t>
            </a:r>
          </a:p>
          <a:p>
            <a:r>
              <a:rPr lang="en-GB" b="1" dirty="0"/>
              <a:t>Authentication System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Implement user registration, login, and logout functionality.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Set up secure authentication mechanisms (e.g., tokens, sessions).</a:t>
            </a:r>
          </a:p>
          <a:p>
            <a:r>
              <a:rPr lang="en-GB" b="1" dirty="0"/>
              <a:t>Frontend-Backend Integration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Establish seamless communication between React and the backend.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Test and refine API calls for proper data flow.</a:t>
            </a:r>
          </a:p>
          <a:p>
            <a:r>
              <a:rPr lang="en-GB" b="1" dirty="0"/>
              <a:t>Ensure Responsiveness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Begin applying responsive design principles to key pages.</a:t>
            </a:r>
          </a:p>
        </p:txBody>
      </p:sp>
    </p:spTree>
    <p:extLst>
      <p:ext uri="{BB962C8B-B14F-4D97-AF65-F5344CB8AC3E}">
        <p14:creationId xmlns:p14="http://schemas.microsoft.com/office/powerpoint/2010/main" val="391392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07874-8FDB-FEBE-0249-E4775B60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4CA9-6D51-37DA-1A36-4CE65801E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00CCF-6701-CBA8-F186-884F4D487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10523809" cy="3633047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Core Features in Progress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At least one working feature showcasing user interaction and data handling.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Authentication Functionality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Basic authentication system ready for testing.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API Integration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Successful data exchange between frontend and backend for at least one feature.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Responsive Design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Basic layouts that adapt to desktop, tablet, and mobile views.</a:t>
            </a:r>
          </a:p>
        </p:txBody>
      </p:sp>
    </p:spTree>
    <p:extLst>
      <p:ext uri="{BB962C8B-B14F-4D97-AF65-F5344CB8AC3E}">
        <p14:creationId xmlns:p14="http://schemas.microsoft.com/office/powerpoint/2010/main" val="220940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0E770-03EE-5D05-6B75-A2F5E3E4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436C5-6321-7033-46F6-8561351F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Key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E82F2-D25C-0058-F969-230825E27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Frontend Development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Create interactive components for user input and data display.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Implement state management (e.g., React Context or Redux).</a:t>
            </a:r>
          </a:p>
          <a:p>
            <a:r>
              <a:rPr lang="en-GB" b="1" dirty="0"/>
              <a:t>Backend Development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Build APIs for key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Connect APIs to the database for dynamic data handling.</a:t>
            </a:r>
          </a:p>
        </p:txBody>
      </p:sp>
    </p:spTree>
    <p:extLst>
      <p:ext uri="{BB962C8B-B14F-4D97-AF65-F5344CB8AC3E}">
        <p14:creationId xmlns:p14="http://schemas.microsoft.com/office/powerpoint/2010/main" val="3832493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B93F-E8E1-BA73-0339-EDCEF25F1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50186-2672-19C1-B420-167164CC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Key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6F123-BF22-8844-81E5-4A68A6EBE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Authentication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Set up backend authentication or integrate third-party libraries (e.g. JWT and </a:t>
            </a:r>
            <a:r>
              <a:rPr lang="en-GB" dirty="0" err="1"/>
              <a:t>becrypt</a:t>
            </a:r>
            <a:r>
              <a:rPr lang="en-GB" dirty="0"/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Create React components for registration, login, and logout workflows.</a:t>
            </a:r>
          </a:p>
          <a:p>
            <a:r>
              <a:rPr lang="en-GB" b="1" dirty="0"/>
              <a:t>Integration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Test frontend-backend communication using tools like Postman or built-in browser tools.</a:t>
            </a:r>
          </a:p>
          <a:p>
            <a:r>
              <a:rPr lang="en-GB" b="1" dirty="0"/>
              <a:t>Responsive Design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Use CSS frameworks or media queries to ensure proper layout on different devices.</a:t>
            </a:r>
          </a:p>
        </p:txBody>
      </p:sp>
    </p:spTree>
    <p:extLst>
      <p:ext uri="{BB962C8B-B14F-4D97-AF65-F5344CB8AC3E}">
        <p14:creationId xmlns:p14="http://schemas.microsoft.com/office/powerpoint/2010/main" val="1262631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340A8-6C9E-FE82-B955-819DCA873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22AA-94FA-8EAE-5602-F449BE70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Challenges to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31F9C-AA59-A1CE-F56A-0EE096399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 fontScale="92500" lnSpcReduction="10000"/>
          </a:bodyPr>
          <a:lstStyle/>
          <a:p>
            <a:r>
              <a:rPr lang="en-GB" b="1" dirty="0"/>
              <a:t>Authentication Complexity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Handling secure token storage and session management.</a:t>
            </a:r>
          </a:p>
          <a:p>
            <a:r>
              <a:rPr lang="en-GB" b="1" dirty="0"/>
              <a:t>API Communication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Debugging issues in data flow between frontend and backend.</a:t>
            </a:r>
          </a:p>
          <a:p>
            <a:r>
              <a:rPr lang="en-GB" b="1" dirty="0"/>
              <a:t>Time Management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Balancing simultaneous development of multiple features.</a:t>
            </a:r>
          </a:p>
          <a:p>
            <a:r>
              <a:rPr lang="en-GB" b="1" dirty="0"/>
              <a:t>Cross-Browser Compatibility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Ensuring designs work across browsers and screen sizes.</a:t>
            </a:r>
          </a:p>
        </p:txBody>
      </p:sp>
    </p:spTree>
    <p:extLst>
      <p:ext uri="{BB962C8B-B14F-4D97-AF65-F5344CB8AC3E}">
        <p14:creationId xmlns:p14="http://schemas.microsoft.com/office/powerpoint/2010/main" val="3050123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4D69-ECB2-DE51-3A28-2B91D745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9C8BA-473C-0DE2-ECA7-5E5A33A7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Key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6A8-AE83-B7E2-AF44-2200DC011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10722113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Core Feature Progress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At least one implemented and tested feature.</a:t>
            </a:r>
          </a:p>
          <a:p>
            <a:r>
              <a:rPr lang="en-GB" b="1" dirty="0"/>
              <a:t>Authentication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Functional registration, login, and logout.</a:t>
            </a:r>
          </a:p>
          <a:p>
            <a:r>
              <a:rPr lang="en-GB" b="1" dirty="0"/>
              <a:t>Frontend-Backend Communication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 working API endpoint integrated with the frontend.</a:t>
            </a:r>
          </a:p>
          <a:p>
            <a:r>
              <a:rPr lang="en-GB" b="1" dirty="0"/>
              <a:t>Responsive Layouts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Mobile-friendly and responsive design applied to key pages.</a:t>
            </a:r>
          </a:p>
        </p:txBody>
      </p:sp>
    </p:spTree>
    <p:extLst>
      <p:ext uri="{BB962C8B-B14F-4D97-AF65-F5344CB8AC3E}">
        <p14:creationId xmlns:p14="http://schemas.microsoft.com/office/powerpoint/2010/main" val="64982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C6A7-FE17-7290-FB3D-4E254D0C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E0DA-EA8C-E9ED-1713-1A65853A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9DB83-4352-AACF-BE20-64D0A59B6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7064513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Prepare for Session 4:</a:t>
            </a:r>
          </a:p>
          <a:p>
            <a:pPr>
              <a:buFont typeface="+mj-lt"/>
              <a:buAutoNum type="arabicPeriod"/>
            </a:pPr>
            <a:r>
              <a:rPr lang="en-GB" dirty="0"/>
              <a:t>Continue core feature development.</a:t>
            </a:r>
          </a:p>
          <a:p>
            <a:pPr>
              <a:buFont typeface="+mj-lt"/>
              <a:buAutoNum type="arabicPeriod"/>
            </a:pPr>
            <a:r>
              <a:rPr lang="en-GB" dirty="0"/>
              <a:t>Refine and expand authentication functionality.</a:t>
            </a:r>
          </a:p>
          <a:p>
            <a:pPr>
              <a:buFont typeface="+mj-lt"/>
              <a:buAutoNum type="arabicPeriod"/>
            </a:pPr>
            <a:r>
              <a:rPr lang="en-GB" dirty="0"/>
              <a:t>Begin handling edge cases and error messages in user interactions.</a:t>
            </a:r>
          </a:p>
          <a:p>
            <a:pPr>
              <a:buFont typeface="+mj-lt"/>
              <a:buAutoNum type="arabicPeriod"/>
            </a:pPr>
            <a:r>
              <a:rPr lang="en-GB" dirty="0"/>
              <a:t>Assign testing responsibilities to ensure ongoing quality control.</a:t>
            </a:r>
          </a:p>
        </p:txBody>
      </p:sp>
    </p:spTree>
    <p:extLst>
      <p:ext uri="{BB962C8B-B14F-4D97-AF65-F5344CB8AC3E}">
        <p14:creationId xmlns:p14="http://schemas.microsoft.com/office/powerpoint/2010/main" val="327834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F4E8A-486A-2A28-641E-49834027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870E-96B8-77F6-1D2B-B305F794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Good Luck!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276C5-A7E7-E399-8F6B-9FEBE2596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"The best way to predict the future is to create it." – </a:t>
            </a:r>
            <a:r>
              <a:rPr lang="en-GB" b="1" dirty="0"/>
              <a:t>Abraham Lincoln</a:t>
            </a: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r>
              <a:rPr lang="en-GB" dirty="0"/>
              <a:t>Let’s bring our ideas to life and build something amazing!</a:t>
            </a:r>
          </a:p>
        </p:txBody>
      </p:sp>
    </p:spTree>
    <p:extLst>
      <p:ext uri="{BB962C8B-B14F-4D97-AF65-F5344CB8AC3E}">
        <p14:creationId xmlns:p14="http://schemas.microsoft.com/office/powerpoint/2010/main" val="3086993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E187-63BA-683D-B61F-11A4E6D4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077494"/>
            <a:ext cx="11029616" cy="1013800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accent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8120856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Step8Up Ltd">
      <a:dk1>
        <a:srgbClr val="011892"/>
      </a:dk1>
      <a:lt1>
        <a:srgbClr val="FFFFFF"/>
      </a:lt1>
      <a:dk2>
        <a:srgbClr val="FF9300"/>
      </a:dk2>
      <a:lt2>
        <a:srgbClr val="E7E6E6"/>
      </a:lt2>
      <a:accent1>
        <a:srgbClr val="0E182B"/>
      </a:accent1>
      <a:accent2>
        <a:srgbClr val="F68138"/>
      </a:accent2>
      <a:accent3>
        <a:srgbClr val="A5A5A5"/>
      </a:accent3>
      <a:accent4>
        <a:srgbClr val="FFC000"/>
      </a:accent4>
      <a:accent5>
        <a:srgbClr val="61A9E9"/>
      </a:accent5>
      <a:accent6>
        <a:srgbClr val="90E15D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68CC33E-66BB-3D4F-AC4E-4E4FF8B683C4}" vid="{3CAADF33-9D07-F64D-BA70-6AC6839C8F6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245</TotalTime>
  <Words>488</Words>
  <Application>Microsoft Macintosh PowerPoint</Application>
  <PresentationFormat>Widescreen</PresentationFormat>
  <Paragraphs>72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 2</vt:lpstr>
      <vt:lpstr>Dividend</vt:lpstr>
      <vt:lpstr>Group Final Project</vt:lpstr>
      <vt:lpstr>Full-Stack Application Development: FINAL PRoJECT</vt:lpstr>
      <vt:lpstr>Objectives for Session 3</vt:lpstr>
      <vt:lpstr>Expected Outcomes</vt:lpstr>
      <vt:lpstr>Key Activities</vt:lpstr>
      <vt:lpstr>Key Activities</vt:lpstr>
      <vt:lpstr>Challenges to Address</vt:lpstr>
      <vt:lpstr>Key Deliverables</vt:lpstr>
      <vt:lpstr>Next Steps</vt:lpstr>
      <vt:lpstr>Good Luck!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Terminal, GitHub, and VSCode</dc:title>
  <dc:creator>Jason Sammon</dc:creator>
  <cp:lastModifiedBy>Jason Sammon</cp:lastModifiedBy>
  <cp:revision>16</cp:revision>
  <dcterms:created xsi:type="dcterms:W3CDTF">2024-09-09T14:17:17Z</dcterms:created>
  <dcterms:modified xsi:type="dcterms:W3CDTF">2025-03-16T17:50:39Z</dcterms:modified>
</cp:coreProperties>
</file>